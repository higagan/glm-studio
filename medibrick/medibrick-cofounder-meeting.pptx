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Medibrick Cofounder Meeting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Gagan (Tech) + Arpana (Medical)</a:t>
            </a:r>
            <a:br/>
            <a:r>
              <a:t>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Meeting 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Align on current platform status</a:t>
            </a:r>
          </a:p>
          <a:p>
            <a:pPr>
              <a:spcAft>
                <a:spcPts val="1200"/>
              </a:spcAft>
              <a:defRPr sz="2000"/>
            </a:pPr>
            <a:r>
              <a:t>• Decide MVP scope for first hospital pilot</a:t>
            </a:r>
          </a:p>
          <a:p>
            <a:pPr>
              <a:spcAft>
                <a:spcPts val="1200"/>
              </a:spcAft>
              <a:defRPr sz="2000"/>
            </a:pPr>
            <a:r>
              <a:t>• Define roles: Gagan vs Arpana</a:t>
            </a:r>
          </a:p>
          <a:p>
            <a:pPr>
              <a:spcAft>
                <a:spcPts val="1200"/>
              </a:spcAft>
              <a:defRPr sz="2000"/>
            </a:pPr>
            <a:r>
              <a:t>• Set 2-week action plan with owners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Outcome: Clear decisions + immediate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Platform Status: What's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✅ Landing page (medibrick.com)</a:t>
            </a:r>
          </a:p>
          <a:p>
            <a:pPr>
              <a:spcAft>
                <a:spcPts val="1200"/>
              </a:spcAft>
              <a:defRPr sz="2000"/>
            </a:pPr>
            <a:r>
              <a:t>✅ Database (Supabase PostgreSQL)</a:t>
            </a:r>
          </a:p>
          <a:p>
            <a:pPr>
              <a:spcAft>
                <a:spcPts val="1200"/>
              </a:spcAft>
              <a:defRPr sz="2000"/>
            </a:pPr>
            <a:r>
              <a:t>🟡 Basic auth (partial)</a:t>
            </a:r>
          </a:p>
          <a:p>
            <a:pPr>
              <a:spcAft>
                <a:spcPts val="1200"/>
              </a:spcAft>
              <a:defRPr sz="2000"/>
            </a:pPr>
            <a:r>
              <a:t>🔴 Shift posting (not started)</a:t>
            </a:r>
          </a:p>
          <a:p>
            <a:pPr>
              <a:spcAft>
                <a:spcPts val="1200"/>
              </a:spcAft>
              <a:defRPr sz="2000"/>
            </a:pPr>
            <a:r>
              <a:t>🔴 Application flow (not started)</a:t>
            </a:r>
          </a:p>
          <a:p>
            <a:pPr>
              <a:spcAft>
                <a:spcPts val="1200"/>
              </a:spcAft>
              <a:defRPr sz="2000"/>
            </a:pPr>
            <a:r>
              <a:t>🔴 Payment escrow (not started)</a:t>
            </a:r>
          </a:p>
          <a:p>
            <a:pPr>
              <a:spcAft>
                <a:spcPts val="1200"/>
              </a:spcAft>
              <a:defRPr sz="2000"/>
            </a:pPr>
            <a:r>
              <a:t>🔴 Review system (not started)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Decision: What's minimum to test with 1 hospital?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Pain Point #1: "Yes but No-Show"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Problem: Nurse confirms shift → Doesn't show → Hospital short-staffed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Why it happens:</a:t>
            </a:r>
          </a:p>
          <a:p>
            <a:pPr>
              <a:spcAft>
                <a:spcPts val="1200"/>
              </a:spcAft>
              <a:defRPr sz="2000"/>
            </a:pPr>
            <a:r>
              <a:t>• Better offer elsewhere</a:t>
            </a:r>
          </a:p>
          <a:p>
            <a:pPr>
              <a:spcAft>
                <a:spcPts val="1200"/>
              </a:spcAft>
              <a:defRPr sz="2000"/>
            </a:pPr>
            <a:r>
              <a:t>• Multiple bookings (picked best)</a:t>
            </a:r>
          </a:p>
          <a:p>
            <a:pPr>
              <a:spcAft>
                <a:spcPts val="1200"/>
              </a:spcAft>
              <a:defRPr sz="2000"/>
            </a:pPr>
            <a:r>
              <a:t>• Zero penalty for no-show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Medibrick Solution:</a:t>
            </a:r>
          </a:p>
          <a:p>
            <a:pPr>
              <a:spcAft>
                <a:spcPts val="1200"/>
              </a:spcAft>
              <a:defRPr sz="2000"/>
            </a:pPr>
            <a:r>
              <a:t>✅ Verified profiles + deposit (₹500-2000)</a:t>
            </a:r>
          </a:p>
          <a:p>
            <a:pPr>
              <a:spcAft>
                <a:spcPts val="1200"/>
              </a:spcAft>
              <a:defRPr sz="2000"/>
            </a:pPr>
            <a:r>
              <a:t>✅ Calendar lock (prevents double-booking)</a:t>
            </a:r>
          </a:p>
          <a:p>
            <a:pPr>
              <a:spcAft>
                <a:spcPts val="1200"/>
              </a:spcAft>
              <a:defRPr sz="2000"/>
            </a:pPr>
            <a:r>
              <a:t>✅ Instant backup matching (#2 auto-promoted)</a:t>
            </a:r>
          </a:p>
          <a:p>
            <a:pPr>
              <a:spcAft>
                <a:spcPts val="1200"/>
              </a:spcAft>
              <a:defRPr sz="2000"/>
            </a:pPr>
            <a:r>
              <a:t>✅ 3 no-shows = profile suspended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Target: 95% show rate (industry: ~70%)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Pain Point #2: Delayed Payments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Problem: Professional completes shift → Waits 2-4 weeks → Chases admin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Why it happens:</a:t>
            </a:r>
          </a:p>
          <a:p>
            <a:pPr>
              <a:spcAft>
                <a:spcPts val="1200"/>
              </a:spcAft>
              <a:defRPr sz="2000"/>
            </a:pPr>
            <a:r>
              <a:t>• Hospital pays platform late</a:t>
            </a:r>
          </a:p>
          <a:p>
            <a:pPr>
              <a:spcAft>
                <a:spcPts val="1200"/>
              </a:spcAft>
              <a:defRPr sz="2000"/>
            </a:pPr>
            <a:r>
              <a:t>• Platform holds money as working capital</a:t>
            </a:r>
          </a:p>
          <a:p>
            <a:pPr>
              <a:spcAft>
                <a:spcPts val="1200"/>
              </a:spcAft>
              <a:defRPr sz="2000"/>
            </a:pPr>
            <a:r>
              <a:t>• Manual invoicing, no transparency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Medibrick Solution:</a:t>
            </a:r>
          </a:p>
          <a:p>
            <a:pPr>
              <a:spcAft>
                <a:spcPts val="1200"/>
              </a:spcAft>
              <a:defRPr sz="2000"/>
            </a:pPr>
            <a:r>
              <a:t>✅ Escrow: Hospital deposits payment upfront</a:t>
            </a:r>
          </a:p>
          <a:p>
            <a:pPr>
              <a:spcAft>
                <a:spcPts val="1200"/>
              </a:spcAft>
              <a:defRPr sz="2000"/>
            </a:pPr>
            <a:r>
              <a:t>✅ Auto-release: 24h after shift completion</a:t>
            </a:r>
          </a:p>
          <a:p>
            <a:pPr>
              <a:spcAft>
                <a:spcPts val="1200"/>
              </a:spcAft>
              <a:defRPr sz="2000"/>
            </a:pPr>
            <a:r>
              <a:t>✅ Dispute window: 48h for hospital</a:t>
            </a:r>
          </a:p>
          <a:p>
            <a:pPr>
              <a:spcAft>
                <a:spcPts val="1200"/>
              </a:spcAft>
              <a:defRPr sz="2000"/>
            </a:pPr>
            <a:r>
              <a:t>✅ Live tracking: Pending → Processing → Paid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Result: Happy professionals, repeat usage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Competitor: Jobizo.com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Jobizo: 10M+ shifts, 150+ hospitals, 60K+ professionals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Their Weaknesses = Our Opportunities: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• Job-seeker focused → We are institution-first</a:t>
            </a:r>
          </a:p>
          <a:p>
            <a:pPr>
              <a:spcAft>
                <a:spcPts val="1200"/>
              </a:spcAft>
              <a:defRPr sz="2000"/>
            </a:pPr>
            <a:r>
              <a:t>• Allopathic doctors only → We add AYUSH + nurses + techs</a:t>
            </a:r>
          </a:p>
          <a:p>
            <a:pPr>
              <a:spcAft>
                <a:spcPts val="1200"/>
              </a:spcAft>
              <a:defRPr sz="2000"/>
            </a:pPr>
            <a:r>
              <a:t>• No Ayurvedic coverage → 700K+ practitioners, zero competition</a:t>
            </a:r>
          </a:p>
          <a:p>
            <a:pPr>
              <a:spcAft>
                <a:spcPts val="1200"/>
              </a:spcAft>
              <a:defRPr sz="2000"/>
            </a:pPr>
            <a:r>
              <a:t>• Hospitals only → We serve clinics + diagnostic + wellness</a:t>
            </a:r>
          </a:p>
          <a:p>
            <a:pPr>
              <a:spcAft>
                <a:spcPts val="1200"/>
              </a:spcAft>
              <a:defRPr sz="2000"/>
            </a:pPr>
            <a:r>
              <a:t>• No no-show protection → Verified + deposit + backup = 95%</a:t>
            </a:r>
          </a:p>
          <a:p>
            <a:pPr>
              <a:spcAft>
                <a:spcPts val="1200"/>
              </a:spcAft>
              <a:defRPr sz="2000"/>
            </a:pPr>
            <a:r>
              <a:t>• Payment: 2-4 weeks → We pay in 24 hours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We don't compete head-to-head. We own the gaps.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Target Market: Phase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Cities (in order):</a:t>
            </a:r>
          </a:p>
          <a:p>
            <a:pPr>
              <a:spcAft>
                <a:spcPts val="1200"/>
              </a:spcAft>
              <a:defRPr sz="2000"/>
            </a:pPr>
            <a:r>
              <a:t>1. Bengaluru (HQ) - Start here</a:t>
            </a:r>
          </a:p>
          <a:p>
            <a:pPr>
              <a:spcAft>
                <a:spcPts val="1200"/>
              </a:spcAft>
              <a:defRPr sz="2000"/>
            </a:pPr>
            <a:r>
              <a:t>2. Hyderabad</a:t>
            </a:r>
          </a:p>
          <a:p>
            <a:pPr>
              <a:spcAft>
                <a:spcPts val="1200"/>
              </a:spcAft>
              <a:defRPr sz="2000"/>
            </a:pPr>
            <a:r>
              <a:t>3. Chennai</a:t>
            </a:r>
          </a:p>
          <a:p>
            <a:pPr>
              <a:spcAft>
                <a:spcPts val="1200"/>
              </a:spcAft>
              <a:defRPr sz="2000"/>
            </a:pPr>
            <a:r>
              <a:t>4. Mumbai</a:t>
            </a:r>
          </a:p>
          <a:p>
            <a:pPr>
              <a:spcAft>
                <a:spcPts val="1200"/>
              </a:spcAft>
              <a:defRPr sz="2000"/>
            </a:pPr>
            <a:r>
              <a:t>5. Delhi</a:t>
            </a:r>
          </a:p>
          <a:p>
            <a:pPr>
              <a:spcAft>
                <a:spcPts val="1200"/>
              </a:spcAft>
              <a:defRPr sz="2000"/>
            </a:pPr>
            <a:r>
              <a:t>6. Pune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Segments Jobizo ignores:</a:t>
            </a:r>
          </a:p>
          <a:p>
            <a:pPr>
              <a:spcAft>
                <a:spcPts val="1200"/>
              </a:spcAft>
              <a:defRPr sz="2000"/>
            </a:pPr>
            <a:r>
              <a:t>• Ayurvedic centers (700K+ practitioners)</a:t>
            </a:r>
          </a:p>
          <a:p>
            <a:pPr>
              <a:spcAft>
                <a:spcPts val="1200"/>
              </a:spcAft>
              <a:defRPr sz="2000"/>
            </a:pPr>
            <a:r>
              <a:t>• Diagnostic chains (Thyrocare, SRL, Metropolis)</a:t>
            </a:r>
          </a:p>
          <a:p>
            <a:pPr>
              <a:spcAft>
                <a:spcPts val="1200"/>
              </a:spcAft>
              <a:defRPr sz="2000"/>
            </a:pPr>
            <a:r>
              <a:t>• Nursing homes (not big hospitals)</a:t>
            </a:r>
          </a:p>
          <a:p>
            <a:pPr>
              <a:spcAft>
                <a:spcPts val="1200"/>
              </a:spcAft>
              <a:defRPr sz="2000"/>
            </a:pPr>
            <a:r>
              <a:t>• Small clinics (10-50 beds)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Recommended: Hybrid Pricing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Free tier:</a:t>
            </a:r>
          </a:p>
          <a:p>
            <a:pPr>
              <a:spcAft>
                <a:spcPts val="1200"/>
              </a:spcAft>
              <a:defRPr sz="2000"/>
            </a:pPr>
            <a:r>
              <a:t>• Free to post shifts</a:t>
            </a:r>
          </a:p>
          <a:p>
            <a:pPr>
              <a:spcAft>
                <a:spcPts val="1200"/>
              </a:spcAft>
              <a:defRPr sz="2000"/>
            </a:pPr>
            <a:r>
              <a:t>• ₹200 per filled shift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Premium tier (₹5000/month):</a:t>
            </a:r>
          </a:p>
          <a:p>
            <a:pPr>
              <a:spcAft>
                <a:spcPts val="1200"/>
              </a:spcAft>
              <a:defRPr sz="2000"/>
            </a:pPr>
            <a:r>
              <a:t>• Unlimited shifts</a:t>
            </a:r>
          </a:p>
          <a:p>
            <a:pPr>
              <a:spcAft>
                <a:spcPts val="1200"/>
              </a:spcAft>
              <a:defRPr sz="2000"/>
            </a:pPr>
            <a:r>
              <a:t>• Priority matching</a:t>
            </a:r>
          </a:p>
          <a:p>
            <a:pPr>
              <a:spcAft>
                <a:spcPts val="1200"/>
              </a:spcAft>
              <a:defRPr sz="2000"/>
            </a:pPr>
            <a:r>
              <a:t>• Analytics dashboard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Professional side:</a:t>
            </a:r>
          </a:p>
          <a:p>
            <a:pPr>
              <a:spcAft>
                <a:spcPts val="1200"/>
              </a:spcAft>
              <a:defRPr sz="2000"/>
            </a:pPr>
            <a:r>
              <a:t>• Free to join, free to apply</a:t>
            </a:r>
          </a:p>
          <a:p>
            <a:pPr>
              <a:spcAft>
                <a:spcPts val="1200"/>
              </a:spcAft>
              <a:defRPr sz="2000"/>
            </a:pPr>
            <a:r>
              <a:t>• Deposit: ₹500-2000 (refundable)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Pilot offer: First 3 shifts FREE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Arpana's Medical Advantage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Why Arpana's background is critical: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• Hospital Trust: Doctors trust doctors</a:t>
            </a:r>
          </a:p>
          <a:p>
            <a:pPr>
              <a:spcAft>
                <a:spcPts val="1200"/>
              </a:spcAft>
              <a:defRPr sz="2000"/>
            </a:pPr>
            <a:r>
              <a:t>  → Opens doors that cold outreach can't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• Medical Accuracy: Speaks the right language</a:t>
            </a:r>
          </a:p>
          <a:p>
            <a:pPr>
              <a:spcAft>
                <a:spcPts val="1200"/>
              </a:spcAft>
              <a:defRPr sz="2000"/>
            </a:pPr>
            <a:r>
              <a:t>  → Departments, certifications, shift types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• Professional Recruitment: Her network</a:t>
            </a:r>
          </a:p>
          <a:p>
            <a:pPr>
              <a:spcAft>
                <a:spcPts val="1200"/>
              </a:spcAft>
              <a:defRPr sz="2000"/>
            </a:pPr>
            <a:r>
              <a:t>  → Seed 50+ profiles before launch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• Clinical Validation: What actually matters</a:t>
            </a:r>
          </a:p>
          <a:p>
            <a:pPr>
              <a:spcAft>
                <a:spcPts val="1200"/>
              </a:spcAft>
              <a:defRPr sz="2000"/>
            </a:pPr>
            <a:r>
              <a:t>  → vs what's nice-to-have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• Regulatory Guidance: Licensing, compliance</a:t>
            </a:r>
          </a:p>
          <a:p>
            <a:pPr>
              <a:spcAft>
                <a:spcPts val="1200"/>
              </a:spcAft>
              <a:defRPr sz="2000"/>
            </a:pPr>
            <a:r>
              <a:t>  → Navigate medical council requirements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Action Plan: Next 2 Weeks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Week 1:</a:t>
            </a:r>
          </a:p>
          <a:p>
            <a:pPr>
              <a:spcAft>
                <a:spcPts val="1200"/>
              </a:spcAft>
              <a:defRPr sz="2000"/>
            </a:pPr>
            <a:r>
              <a:t>• Mon: Secure database (RLS, headers)</a:t>
            </a:r>
          </a:p>
          <a:p>
            <a:pPr>
              <a:spcAft>
                <a:spcPts val="1200"/>
              </a:spcAft>
              <a:defRPr sz="2000"/>
            </a:pPr>
            <a:r>
              <a:t>• Tue: Decide MVP scope (Gagan + Arpana)</a:t>
            </a:r>
          </a:p>
          <a:p>
            <a:pPr>
              <a:spcAft>
                <a:spcPts val="1200"/>
              </a:spcAft>
              <a:defRPr sz="2000"/>
            </a:pPr>
            <a:r>
              <a:t>• Wed: Create 50 seed professional profiles (Arpana)</a:t>
            </a:r>
          </a:p>
          <a:p>
            <a:pPr>
              <a:spcAft>
                <a:spcPts val="1200"/>
              </a:spcAft>
              <a:defRPr sz="2000"/>
            </a:pPr>
            <a:r>
              <a:t>• Thu: Outreach to 5 hospitals (Arpana leads)</a:t>
            </a:r>
          </a:p>
          <a:p>
            <a:pPr>
              <a:spcAft>
                <a:spcPts val="1200"/>
              </a:spcAft>
              <a:defRPr sz="2000"/>
            </a:pPr>
            <a:r>
              <a:t>• Fri: Apply to IIHMR + NSRCEL accelerators (Gagan)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Week 2:</a:t>
            </a:r>
          </a:p>
          <a:p>
            <a:pPr>
              <a:spcAft>
                <a:spcPts val="1200"/>
              </a:spcAft>
              <a:defRPr sz="2000"/>
            </a:pPr>
            <a:r>
              <a:t>• Hospital meetings + feedback (Both)</a:t>
            </a:r>
          </a:p>
          <a:p>
            <a:pPr>
              <a:spcAft>
                <a:spcPts val="1200"/>
              </a:spcAft>
              <a:defRPr sz="2000"/>
            </a:pPr>
            <a:r>
              <a:t>• Set up Razorpay escrow prototype (Gagan)</a:t>
            </a:r>
          </a:p>
          <a:p>
            <a:pPr>
              <a:spcAft>
                <a:spcPts val="1200"/>
              </a:spcAft>
              <a:defRPr sz="2000"/>
            </a:pPr>
            <a:r>
              <a:t>• Revise pitch based on feedback (Both)</a:t>
            </a:r>
          </a:p>
          <a:p>
            <a:pPr>
              <a:spcAft>
                <a:spcPts val="1200"/>
              </a:spcAft>
              <a:defRPr sz="2000"/>
            </a:pPr>
            <a:r>
              <a:t>• WhatsApp notification system (Gagan)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Decisions Needed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1. MVP Scope:</a:t>
            </a:r>
          </a:p>
          <a:p>
            <a:pPr>
              <a:spcAft>
                <a:spcPts val="1200"/>
              </a:spcAft>
              <a:defRPr sz="2000"/>
            </a:pPr>
            <a:r>
              <a:t>   ☐ Full platform (4-6 weeks)</a:t>
            </a:r>
          </a:p>
          <a:p>
            <a:pPr>
              <a:spcAft>
                <a:spcPts val="1200"/>
              </a:spcAft>
              <a:defRPr sz="2000"/>
            </a:pPr>
            <a:r>
              <a:t>   ☐ Basic + WhatsApp alerts (1-2 weeks)</a:t>
            </a:r>
          </a:p>
          <a:p>
            <a:pPr>
              <a:spcAft>
                <a:spcPts val="1200"/>
              </a:spcAft>
              <a:defRPr sz="2000"/>
            </a:pPr>
            <a:r>
              <a:t>   ☐ Pure manual (this week)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2. First Segment:</a:t>
            </a:r>
          </a:p>
          <a:p>
            <a:pPr>
              <a:spcAft>
                <a:spcPts val="1200"/>
              </a:spcAft>
              <a:defRPr sz="2000"/>
            </a:pPr>
            <a:r>
              <a:t>   ☐ Large hospitals (slow, high volume)</a:t>
            </a:r>
          </a:p>
          <a:p>
            <a:pPr>
              <a:spcAft>
                <a:spcPts val="1200"/>
              </a:spcAft>
              <a:defRPr sz="2000"/>
            </a:pPr>
            <a:r>
              <a:t>   ☐ Small clinics (fast, lower volume)</a:t>
            </a:r>
          </a:p>
          <a:p>
            <a:pPr>
              <a:spcAft>
                <a:spcPts val="1200"/>
              </a:spcAft>
              <a:defRPr sz="2000"/>
            </a:pPr>
            <a:r>
              <a:t>   ☐ Ayurvedic centers (no competition)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3. Roles:</a:t>
            </a:r>
          </a:p>
          <a:p>
            <a:pPr>
              <a:spcAft>
                <a:spcPts val="1200"/>
              </a:spcAft>
              <a:defRPr sz="2000"/>
            </a:pPr>
            <a:r>
              <a:t>   ☐ Gagan: Tech + Ops + Fundraising</a:t>
            </a:r>
          </a:p>
          <a:p>
            <a:pPr>
              <a:spcAft>
                <a:spcPts val="1200"/>
              </a:spcAft>
              <a:defRPr sz="2000"/>
            </a:pPr>
            <a:r>
              <a:t>   ☐ Arpana: Medical + Sales + Network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4. Timeline: First paid shift?</a:t>
            </a:r>
          </a:p>
          <a:p>
            <a:pPr>
              <a:spcAft>
                <a:spcPts val="1200"/>
              </a:spcAft>
              <a:defRPr sz="2000"/>
            </a:pPr>
            <a:r>
              <a:t>   ☐ This month (aggressive)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Let's Build This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Questions? Decisions? Next steps?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