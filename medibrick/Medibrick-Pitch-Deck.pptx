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Medibrick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Verified Marketplace for Healthcare Shifts</a:t>
            </a:r>
            <a:br/>
            <a:r>
              <a:t>Gagan + Arpana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Problem: Empty Shifts, Stressed Hospitals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Hospitals face 30-40% no-show rates for temporary staff</a:t>
            </a:r>
          </a:p>
          <a:p>
            <a:pPr>
              <a:spcAft>
                <a:spcPts val="1200"/>
              </a:spcAft>
              <a:defRPr sz="2000"/>
            </a:pPr>
            <a:r>
              <a:t>• Admin calls 10 people, hopes 1 shows up</a:t>
            </a:r>
          </a:p>
          <a:p>
            <a:pPr>
              <a:spcAft>
                <a:spcPts val="1200"/>
              </a:spcAft>
              <a:defRPr sz="2000"/>
            </a:pPr>
            <a:r>
              <a:t>• No verification, no commitment, no backup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Professionals wait weeks for payment</a:t>
            </a:r>
          </a:p>
          <a:p>
            <a:pPr>
              <a:spcAft>
                <a:spcPts val="1200"/>
              </a:spcAft>
              <a:defRPr sz="2000"/>
            </a:pPr>
            <a:r>
              <a:t>• Chasing finance, getting frustrated, leaving platforms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Result: Hospitals are short-staffed. Professionals are unpaid. Patients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Medibrick: Verified Locum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For Hospitals:</a:t>
            </a:r>
          </a:p>
          <a:p>
            <a:pPr>
              <a:spcAft>
                <a:spcPts val="1200"/>
              </a:spcAft>
              <a:defRPr sz="2000"/>
            </a:pPr>
            <a:r>
              <a:t>• Post shifts, get verified professionals who show up</a:t>
            </a:r>
          </a:p>
          <a:p>
            <a:pPr>
              <a:spcAft>
                <a:spcPts val="1200"/>
              </a:spcAft>
              <a:defRPr sz="2000"/>
            </a:pPr>
            <a:r>
              <a:t>• Browse verified profiles with reviews from other hospitals</a:t>
            </a:r>
          </a:p>
          <a:p>
            <a:pPr>
              <a:spcAft>
                <a:spcPts val="1200"/>
              </a:spcAft>
              <a:defRPr sz="2000"/>
            </a:pPr>
            <a:r>
              <a:t>• See professional's track record before selecting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For Professionals:</a:t>
            </a:r>
          </a:p>
          <a:p>
            <a:pPr>
              <a:spcAft>
                <a:spcPts val="1200"/>
              </a:spcAft>
              <a:defRPr sz="2000"/>
            </a:pPr>
            <a:r>
              <a:t>• Flexible shifts, fair pay, build reputation</a:t>
            </a:r>
          </a:p>
          <a:p>
            <a:pPr>
              <a:spcAft>
                <a:spcPts val="1200"/>
              </a:spcAft>
              <a:defRPr sz="2000"/>
            </a:pPr>
            <a:r>
              <a:t>• Public profile with reviews helps get more shifts</a:t>
            </a:r>
          </a:p>
          <a:p>
            <a:pPr>
              <a:spcAft>
                <a:spcPts val="1200"/>
              </a:spcAft>
              <a:defRPr sz="2000"/>
            </a:pPr>
            <a:r>
              <a:t>• Rate hospitals on payment speed and treatment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Trust through transparency, not deposits.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India's Healthcare Staffing Gap:</a:t>
            </a:r>
          </a:p>
          <a:p>
            <a:pPr>
              <a:spcAft>
                <a:spcPts val="1200"/>
              </a:spcAft>
              <a:defRPr sz="2000"/>
            </a:pPr>
            <a:r>
              <a:t>• 700,000+ Ayurvedic practitioners — NO platform serves them</a:t>
            </a:r>
          </a:p>
          <a:p>
            <a:pPr>
              <a:spcAft>
                <a:spcPts val="1200"/>
              </a:spcAft>
              <a:defRPr sz="2000"/>
            </a:pPr>
            <a:r>
              <a:t>• 2.5M+ nurses — fragmented, offline hiring</a:t>
            </a:r>
          </a:p>
          <a:p>
            <a:pPr>
              <a:spcAft>
                <a:spcPts val="1200"/>
              </a:spcAft>
              <a:defRPr sz="2000"/>
            </a:pPr>
            <a:r>
              <a:t>• Diagnostic chains need temp technicians for peak hours</a:t>
            </a:r>
          </a:p>
          <a:p>
            <a:pPr>
              <a:spcAft>
                <a:spcPts val="1200"/>
              </a:spcAft>
              <a:defRPr sz="2000"/>
            </a:pPr>
            <a:r>
              <a:t>• Small clinics (10-50 beds) ignored by large platforms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Phase 1 Cities: Bengaluru → Hyderabad → Chennai → Mumbai → Delhi → Pune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TAM: ₹2,000 Cr+ (healthcare temp staffing in India)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Now? Why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Jobizo (current leader):</a:t>
            </a:r>
          </a:p>
          <a:p>
            <a:pPr>
              <a:spcAft>
                <a:spcPts val="1200"/>
              </a:spcAft>
              <a:defRPr sz="2000"/>
            </a:pPr>
            <a:r>
              <a:t>• Allopathic doctors only, job-seeker first, hospitals only</a:t>
            </a:r>
          </a:p>
          <a:p>
            <a:pPr>
              <a:spcAft>
                <a:spcPts val="1200"/>
              </a:spcAft>
              <a:defRPr sz="2000"/>
            </a:pPr>
            <a:r>
              <a:t>• No review system, no transparency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Medibrick:</a:t>
            </a:r>
          </a:p>
          <a:p>
            <a:pPr>
              <a:spcAft>
                <a:spcPts val="1200"/>
              </a:spcAft>
              <a:defRPr sz="2000"/>
            </a:pPr>
            <a:r>
              <a:t>• Institution-first: Hospital posts, professionals apply</a:t>
            </a:r>
          </a:p>
          <a:p>
            <a:pPr>
              <a:spcAft>
                <a:spcPts val="1200"/>
              </a:spcAft>
              <a:defRPr sz="2000"/>
            </a:pPr>
            <a:r>
              <a:t>• Allopathic + AYUSH + nurses + technicians</a:t>
            </a:r>
          </a:p>
          <a:p>
            <a:pPr>
              <a:spcAft>
                <a:spcPts val="1200"/>
              </a:spcAft>
              <a:defRPr sz="2000"/>
            </a:pPr>
            <a:r>
              <a:t>• Hospitals + clinics + diagnostic + wellness + Ayurvedic</a:t>
            </a:r>
          </a:p>
          <a:p>
            <a:pPr>
              <a:spcAft>
                <a:spcPts val="1200"/>
              </a:spcAft>
              <a:defRPr sz="2000"/>
            </a:pPr>
            <a:r>
              <a:t>• Public reviews build trust without forcing deposits</a:t>
            </a:r>
          </a:p>
          <a:p>
            <a:pPr>
              <a:spcAft>
                <a:spcPts val="1200"/>
              </a:spcAft>
              <a:defRPr sz="2000"/>
            </a:pPr>
            <a:r>
              <a:t>• Hospitals handle payment directly — no platform delay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We don't compete with Jobizo. We own the gaps they ignore.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Phase 1: Free to Onboard</a:t>
            </a:r>
          </a:p>
          <a:p>
            <a:pPr>
              <a:spcAft>
                <a:spcPts val="1200"/>
              </a:spcAft>
              <a:defRPr sz="2000"/>
            </a:pPr>
            <a:r>
              <a:t>• Hospitals: Free to post shifts</a:t>
            </a:r>
          </a:p>
          <a:p>
            <a:pPr>
              <a:spcAft>
                <a:spcPts val="1200"/>
              </a:spcAft>
              <a:defRPr sz="2000"/>
            </a:pPr>
            <a:r>
              <a:t>• Professionals: Free to join, free to apply</a:t>
            </a:r>
          </a:p>
          <a:p>
            <a:pPr>
              <a:spcAft>
                <a:spcPts val="1200"/>
              </a:spcAft>
              <a:defRPr sz="2000"/>
            </a:pPr>
            <a:r>
              <a:t>• Goal: Build density of hospitals and professionals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Phase 2: Monetize Trust</a:t>
            </a:r>
          </a:p>
          <a:p>
            <a:pPr>
              <a:spcAft>
                <a:spcPts val="1200"/>
              </a:spcAft>
              <a:defRPr sz="2000"/>
            </a:pPr>
            <a:r>
              <a:t>• Premium listings for hospitals (featured shifts)</a:t>
            </a:r>
          </a:p>
          <a:p>
            <a:pPr>
              <a:spcAft>
                <a:spcPts val="1200"/>
              </a:spcAft>
              <a:defRPr sz="2000"/>
            </a:pPr>
            <a:r>
              <a:t>• Verified badge for professionals (background check)</a:t>
            </a:r>
          </a:p>
          <a:p>
            <a:pPr>
              <a:spcAft>
                <a:spcPts val="1200"/>
              </a:spcAft>
              <a:defRPr sz="2000"/>
            </a:pPr>
            <a:r>
              <a:t>• Analytics dashboard for hospital staffing patterns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Payment: Hospitals pay professionals directly.</a:t>
            </a:r>
          </a:p>
          <a:p>
            <a:pPr>
              <a:spcAft>
                <a:spcPts val="1200"/>
              </a:spcAft>
              <a:defRPr sz="2000"/>
            </a:pPr>
            <a:r>
              <a:t>Platform stays neutral — reviews keep everyone honest.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Built:</a:t>
            </a:r>
          </a:p>
          <a:p>
            <a:pPr>
              <a:spcAft>
                <a:spcPts val="1200"/>
              </a:spcAft>
              <a:defRPr sz="2000"/>
            </a:pPr>
            <a:r>
              <a:t>• Landing page (medibrick.com)</a:t>
            </a:r>
          </a:p>
          <a:p>
            <a:pPr>
              <a:spcAft>
                <a:spcPts val="1200"/>
              </a:spcAft>
              <a:defRPr sz="2000"/>
            </a:pPr>
            <a:r>
              <a:t>• Database (Supabase)</a:t>
            </a:r>
          </a:p>
          <a:p>
            <a:pPr>
              <a:spcAft>
                <a:spcPts val="1200"/>
              </a:spcAft>
              <a:defRPr sz="2000"/>
            </a:pPr>
            <a:r>
              <a:t>• Shift posting + application flow</a:t>
            </a:r>
          </a:p>
          <a:p>
            <a:pPr>
              <a:spcAft>
                <a:spcPts val="1200"/>
              </a:spcAft>
              <a:defRPr sz="2000"/>
            </a:pPr>
            <a:r>
              <a:t>• Public profile pages with reviews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Pre-Launch:</a:t>
            </a:r>
          </a:p>
          <a:p>
            <a:pPr>
              <a:spcAft>
                <a:spcPts val="1200"/>
              </a:spcAft>
              <a:defRPr sz="2000"/>
            </a:pPr>
            <a:r>
              <a:t>• Review system in development</a:t>
            </a:r>
          </a:p>
          <a:p>
            <a:pPr>
              <a:spcAft>
                <a:spcPts val="1200"/>
              </a:spcAft>
              <a:defRPr sz="2000"/>
            </a:pPr>
            <a:r>
              <a:t>• Targeting first 5 Bengaluru hospitals this month</a:t>
            </a:r>
          </a:p>
          <a:p>
            <a:pPr>
              <a:spcAft>
                <a:spcPts val="1200"/>
              </a:spcAft>
              <a:defRPr sz="2000"/>
            </a:pPr>
            <a:r>
              <a:t>• Onboarding first 50 verified professionals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Team:</a:t>
            </a:r>
          </a:p>
          <a:p>
            <a:pPr>
              <a:spcAft>
                <a:spcPts val="1200"/>
              </a:spcAft>
              <a:defRPr sz="2000"/>
            </a:pPr>
            <a:r>
              <a:t>• Gagan: Tech + Operations (Software Engineer)</a:t>
            </a:r>
          </a:p>
          <a:p>
            <a:pPr>
              <a:spcAft>
                <a:spcPts val="1200"/>
              </a:spcAft>
              <a:defRPr sz="2000"/>
            </a:pPr>
            <a:r>
              <a:t>• Arpana: Medical Strategy + Hospital Sales (Healthcare Background)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 We're Looking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From This Accelerator:</a:t>
            </a:r>
          </a:p>
          <a:p>
            <a:pPr>
              <a:spcAft>
                <a:spcPts val="1200"/>
              </a:spcAft>
              <a:defRPr sz="2000"/>
            </a:pPr>
            <a:r>
              <a:t>• Hospital Network: Introductions to Bengaluru hospitals</a:t>
            </a:r>
          </a:p>
          <a:p>
            <a:pPr>
              <a:spcAft>
                <a:spcPts val="1200"/>
              </a:spcAft>
              <a:defRPr sz="2000"/>
            </a:pPr>
            <a:r>
              <a:t>• Mentorship: Healthcare industry experts</a:t>
            </a:r>
          </a:p>
          <a:p>
            <a:pPr>
              <a:spcAft>
                <a:spcPts val="1200"/>
              </a:spcAft>
              <a:defRPr sz="2000"/>
            </a:pPr>
            <a:r>
              <a:t>• Credibility: Backing for hospital sales conversations</a:t>
            </a:r>
          </a:p>
          <a:p>
            <a:pPr>
              <a:spcAft>
                <a:spcPts val="1200"/>
              </a:spcAft>
              <a:defRPr sz="2000"/>
            </a:pPr>
            <a:r>
              <a:t>• Learning: Best practices from other healthcare startups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Use of Funds (if applicable):</a:t>
            </a:r>
          </a:p>
          <a:p>
            <a:pPr>
              <a:spcAft>
                <a:spcPts val="1200"/>
              </a:spcAft>
              <a:defRPr sz="2000"/>
            </a:pPr>
            <a:r>
              <a:t>• Product development: Review system, mobile app</a:t>
            </a:r>
          </a:p>
          <a:p>
            <a:pPr>
              <a:spcAft>
                <a:spcPts val="1200"/>
              </a:spcAft>
              <a:defRPr sz="2000"/>
            </a:pPr>
            <a:r>
              <a:t>• Hospital acquisition: Pilot program, onboarding support</a:t>
            </a:r>
          </a:p>
          <a:p>
            <a:pPr>
              <a:spcAft>
                <a:spcPts val="1200"/>
              </a:spcAft>
              <a:defRPr sz="2000"/>
            </a:pPr>
            <a:r>
              <a:t>• Professional onboarding: Verify first 500 profiles</a:t>
            </a:r>
          </a:p>
          <a:p>
            <a:pPr>
              <a:spcAft>
                <a:spcPts val="1200"/>
              </a:spcAft>
              <a:defRPr sz="2000"/>
            </a:pPr>
            <a:r>
              <a:t>• Operations: Team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Every empty shift in India filled.</a:t>
            </a:r>
            <a:br/>
            <a:r>
              <a:t>Every healthcare professional treated fairly.</a:t>
            </a:r>
            <a:br/>
            <a:br/>
            <a:r>
              <a:t>Starting with Bengaluru.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